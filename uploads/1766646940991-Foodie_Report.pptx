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2937"/>
                </a:solidFill>
              </a:rPr>
              <a:t>Foodie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B5563"/>
                </a:solidFill>
              </a:rPr>
              <a:t>Campaign Report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B5563"/>
                </a:solidFill>
              </a:rPr>
              <a:t>📅 Generated: </a:t>
            </a:r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12/25/2025
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B5563"/>
                </a:solidFill>
              </a:rPr>
              <a:t>👤 Client: </a:t>
            </a:r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m.afaqpak@gmail.com
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B5563"/>
                </a:solidFill>
              </a:rPr>
              <a:t>⏱️ Duration: </a:t>
            </a:r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12/1/2025 - 12/26/2025
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B5563"/>
                </a:solidFill>
              </a:rPr>
              <a:t>🎯 Number of Boards: </a:t>
            </a:r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365760"/>
            <a:ext cx="6400800" cy="4389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75120" y="365760"/>
            <a:ext cx="2286000" cy="4389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1228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Image Details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12280" y="914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Board: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1228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A2 - Taj Bagh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1228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Location: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1228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Multan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1228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Date: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1228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Dec 25, 2025, 10:53 AM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12280" y="3474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Role: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12280" y="3749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admin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4846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Image 1 of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365760"/>
            <a:ext cx="6400800" cy="4389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75120" y="365760"/>
            <a:ext cx="2286000" cy="4389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1228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Image Details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12280" y="914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Board: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1228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A1 - Taj Bagh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1228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Qty: 230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1228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Location: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1228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Lahore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1228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Date: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1228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Dec 25, 2025, 10:53 AM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12280" y="3474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Role: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12280" y="3749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admin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846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Image 2 of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Campaign Report - Foodie</dc:title>
  <dc:subject>PptxGenJS Presentation</dc:subject>
  <dc:creator>Campaign Report Generator</dc:creator>
  <cp:lastModifiedBy>Campaign Report Generator</cp:lastModifiedBy>
  <cp:revision>1</cp:revision>
  <dcterms:created xsi:type="dcterms:W3CDTF">2025-12-25T07:15:40Z</dcterms:created>
  <dcterms:modified xsi:type="dcterms:W3CDTF">2025-12-25T07:15:40Z</dcterms:modified>
</cp:coreProperties>
</file>
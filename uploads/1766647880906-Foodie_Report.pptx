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Foodie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B5563"/>
                </a:solidFill>
              </a:rPr>
              <a:t>Campaign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📅 Generated: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12/25/2025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👤 Client: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m.afaqpak@gmail.com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⏱️ Duration: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12/1/2025 - 12/26/2025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🎯 Number of Boards: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A2 -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1 of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A1 -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Qty: 230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Lahore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- Foodie</dc:title>
  <dc:subject>PptxGenJS Presentation</dc:subject>
  <dc:creator>Campaign Report Generator</dc:creator>
  <cp:lastModifiedBy>Campaign Report Generator</cp:lastModifiedBy>
  <cp:revision>1</cp:revision>
  <dcterms:created xsi:type="dcterms:W3CDTF">2025-12-25T07:31:20Z</dcterms:created>
  <dcterms:modified xsi:type="dcterms:W3CDTF">2025-12-25T07:31:20Z</dcterms:modified>
</cp:coreProperties>
</file>